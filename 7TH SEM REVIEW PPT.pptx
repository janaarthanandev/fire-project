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77" r:id="rId2"/>
    <p:sldId id="265" r:id="rId3"/>
    <p:sldId id="257" r:id="rId4"/>
    <p:sldId id="270" r:id="rId5"/>
    <p:sldId id="272" r:id="rId6"/>
    <p:sldId id="273" r:id="rId7"/>
    <p:sldId id="282" r:id="rId8"/>
    <p:sldId id="274" r:id="rId9"/>
    <p:sldId id="286" r:id="rId10"/>
    <p:sldId id="280" r:id="rId11"/>
    <p:sldId id="285" r:id="rId12"/>
    <p:sldId id="281" r:id="rId13"/>
    <p:sldId id="283" r:id="rId14"/>
    <p:sldId id="284" r:id="rId15"/>
    <p:sldId id="275" r:id="rId16"/>
    <p:sldId id="278" r:id="rId17"/>
    <p:sldId id="279" r:id="rId18"/>
    <p:sldId id="269" r:id="rId19"/>
    <p:sldId id="287" r:id="rId20"/>
    <p:sldId id="264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sh Suresh" initials="AS" lastIdx="1" clrIdx="0">
    <p:extLst>
      <p:ext uri="{19B8F6BF-5375-455C-9EA6-DF929625EA0E}">
        <p15:presenceInfo xmlns:p15="http://schemas.microsoft.com/office/powerpoint/2012/main" userId="8e447101bc7f3e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CC508E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6" d="100"/>
          <a:sy n="76" d="100"/>
        </p:scale>
        <p:origin x="16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Suresh" userId="8e447101bc7f3ebd" providerId="LiveId" clId="{2264BF01-96D7-4D8C-B5DE-6B85C9A029EF}"/>
    <pc:docChg chg="undo redo custSel addSld delSld modSld">
      <pc:chgData name="Anish Suresh" userId="8e447101bc7f3ebd" providerId="LiveId" clId="{2264BF01-96D7-4D8C-B5DE-6B85C9A029EF}" dt="2026-09-29T14:09:15.939" v="639" actId="1076"/>
      <pc:docMkLst>
        <pc:docMk/>
      </pc:docMkLst>
      <pc:sldChg chg="modSp mod">
        <pc:chgData name="Anish Suresh" userId="8e447101bc7f3ebd" providerId="LiveId" clId="{2264BF01-96D7-4D8C-B5DE-6B85C9A029EF}" dt="2026-09-28T14:59:32.717" v="259"/>
        <pc:sldMkLst>
          <pc:docMk/>
          <pc:sldMk cId="0" sldId="257"/>
        </pc:sldMkLst>
        <pc:spChg chg="mod">
          <ac:chgData name="Anish Suresh" userId="8e447101bc7f3ebd" providerId="LiveId" clId="{2264BF01-96D7-4D8C-B5DE-6B85C9A029EF}" dt="2026-09-09T07:11:20.468" v="182" actId="20577"/>
          <ac:spMkLst>
            <pc:docMk/>
            <pc:sldMk cId="0" sldId="257"/>
            <ac:spMk id="4" creationId="{E61EC553-855D-15AA-D0C8-EBA72EEE5489}"/>
          </ac:spMkLst>
        </pc:spChg>
        <pc:spChg chg="mod">
          <ac:chgData name="Anish Suresh" userId="8e447101bc7f3ebd" providerId="LiveId" clId="{2264BF01-96D7-4D8C-B5DE-6B85C9A029EF}" dt="2026-09-28T14:59:32.717" v="259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ish Suresh" userId="8e447101bc7f3ebd" providerId="LiveId" clId="{2264BF01-96D7-4D8C-B5DE-6B85C9A029EF}" dt="2026-09-09T07:11:27.387" v="183" actId="1076"/>
          <ac:spMkLst>
            <pc:docMk/>
            <pc:sldMk cId="0" sldId="257"/>
            <ac:spMk id="4098" creationId="{00000000-0000-0000-0000-000000000000}"/>
          </ac:spMkLst>
        </pc:spChg>
      </pc:sldChg>
      <pc:sldChg chg="modSp mod">
        <pc:chgData name="Anish Suresh" userId="8e447101bc7f3ebd" providerId="LiveId" clId="{2264BF01-96D7-4D8C-B5DE-6B85C9A029EF}" dt="2026-09-28T15:00:03.770" v="267"/>
        <pc:sldMkLst>
          <pc:docMk/>
          <pc:sldMk cId="0" sldId="264"/>
        </pc:sldMkLst>
        <pc:spChg chg="mod">
          <ac:chgData name="Anish Suresh" userId="8e447101bc7f3ebd" providerId="LiveId" clId="{2264BF01-96D7-4D8C-B5DE-6B85C9A029EF}" dt="2026-09-28T15:00:03.770" v="267"/>
          <ac:spMkLst>
            <pc:docMk/>
            <pc:sldMk cId="0" sldId="264"/>
            <ac:spMk id="3" creationId="{00000000-0000-0000-0000-000000000000}"/>
          </ac:spMkLst>
        </pc:spChg>
      </pc:sldChg>
      <pc:sldChg chg="modSp mod modAnim">
        <pc:chgData name="Anish Suresh" userId="8e447101bc7f3ebd" providerId="LiveId" clId="{2264BF01-96D7-4D8C-B5DE-6B85C9A029EF}" dt="2026-09-29T08:59:39.495" v="446" actId="20577"/>
        <pc:sldMkLst>
          <pc:docMk/>
          <pc:sldMk cId="0" sldId="265"/>
        </pc:sldMkLst>
        <pc:spChg chg="mod">
          <ac:chgData name="Anish Suresh" userId="8e447101bc7f3ebd" providerId="LiveId" clId="{2264BF01-96D7-4D8C-B5DE-6B85C9A029EF}" dt="2026-09-28T14:58:51.539" v="251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Anish Suresh" userId="8e447101bc7f3ebd" providerId="LiveId" clId="{2264BF01-96D7-4D8C-B5DE-6B85C9A029EF}" dt="2026-09-29T08:59:39.495" v="446" actId="20577"/>
          <ac:spMkLst>
            <pc:docMk/>
            <pc:sldMk cId="0" sldId="265"/>
            <ac:spMk id="3075" creationId="{00000000-0000-0000-0000-000000000000}"/>
          </ac:spMkLst>
        </pc:spChg>
      </pc:sldChg>
      <pc:sldChg chg="modSp mod">
        <pc:chgData name="Anish Suresh" userId="8e447101bc7f3ebd" providerId="LiveId" clId="{2264BF01-96D7-4D8C-B5DE-6B85C9A029EF}" dt="2026-09-29T14:09:15.939" v="639" actId="1076"/>
        <pc:sldMkLst>
          <pc:docMk/>
          <pc:sldMk cId="0" sldId="269"/>
        </pc:sldMkLst>
        <pc:spChg chg="mod">
          <ac:chgData name="Anish Suresh" userId="8e447101bc7f3ebd" providerId="LiveId" clId="{2264BF01-96D7-4D8C-B5DE-6B85C9A029EF}" dt="2026-09-29T14:01:14.250" v="565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Anish Suresh" userId="8e447101bc7f3ebd" providerId="LiveId" clId="{2264BF01-96D7-4D8C-B5DE-6B85C9A029EF}" dt="2026-09-29T14:09:15.939" v="639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Anish Suresh" userId="8e447101bc7f3ebd" providerId="LiveId" clId="{2264BF01-96D7-4D8C-B5DE-6B85C9A029EF}" dt="2026-09-28T15:00:00.133" v="26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Anish Suresh" userId="8e447101bc7f3ebd" providerId="LiveId" clId="{2264BF01-96D7-4D8C-B5DE-6B85C9A029EF}" dt="2026-09-28T14:59:36.038" v="260"/>
        <pc:sldMkLst>
          <pc:docMk/>
          <pc:sldMk cId="0" sldId="270"/>
        </pc:sldMkLst>
        <pc:spChg chg="mod">
          <ac:chgData name="Anish Suresh" userId="8e447101bc7f3ebd" providerId="LiveId" clId="{2264BF01-96D7-4D8C-B5DE-6B85C9A029EF}" dt="2026-09-28T14:59:36.038" v="260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Anish Suresh" userId="8e447101bc7f3ebd" providerId="LiveId" clId="{2264BF01-96D7-4D8C-B5DE-6B85C9A029EF}" dt="2026-09-29T14:08:20.684" v="633" actId="14100"/>
        <pc:sldMkLst>
          <pc:docMk/>
          <pc:sldMk cId="0" sldId="272"/>
        </pc:sldMkLst>
        <pc:spChg chg="mod">
          <ac:chgData name="Anish Suresh" userId="8e447101bc7f3ebd" providerId="LiveId" clId="{2264BF01-96D7-4D8C-B5DE-6B85C9A029EF}" dt="2026-09-29T09:06:01.706" v="468" actId="1076"/>
          <ac:spMkLst>
            <pc:docMk/>
            <pc:sldMk cId="0" sldId="272"/>
            <ac:spMk id="2" creationId="{00000000-0000-0000-0000-000000000000}"/>
          </ac:spMkLst>
        </pc:spChg>
        <pc:graphicFrameChg chg="mod modGraphic">
          <ac:chgData name="Anish Suresh" userId="8e447101bc7f3ebd" providerId="LiveId" clId="{2264BF01-96D7-4D8C-B5DE-6B85C9A029EF}" dt="2026-09-29T14:08:20.684" v="633" actId="14100"/>
          <ac:graphicFrameMkLst>
            <pc:docMk/>
            <pc:sldMk cId="0" sldId="272"/>
            <ac:graphicFrameMk id="6" creationId="{00000000-0000-0000-0000-000000000000}"/>
          </ac:graphicFrameMkLst>
        </pc:graphicFrameChg>
      </pc:sldChg>
      <pc:sldChg chg="modSp mod">
        <pc:chgData name="Anish Suresh" userId="8e447101bc7f3ebd" providerId="LiveId" clId="{2264BF01-96D7-4D8C-B5DE-6B85C9A029EF}" dt="2026-09-28T14:59:39.487" v="261"/>
        <pc:sldMkLst>
          <pc:docMk/>
          <pc:sldMk cId="0" sldId="273"/>
        </pc:sldMkLst>
        <pc:spChg chg="mod">
          <ac:chgData name="Anish Suresh" userId="8e447101bc7f3ebd" providerId="LiveId" clId="{2264BF01-96D7-4D8C-B5DE-6B85C9A029EF}" dt="2026-09-28T14:59:39.487" v="261"/>
          <ac:spMkLst>
            <pc:docMk/>
            <pc:sldMk cId="0" sldId="273"/>
            <ac:spMk id="4" creationId="{00000000-0000-0000-0000-000000000000}"/>
          </ac:spMkLst>
        </pc:spChg>
      </pc:sldChg>
      <pc:sldChg chg="modSp">
        <pc:chgData name="Anish Suresh" userId="8e447101bc7f3ebd" providerId="LiveId" clId="{2264BF01-96D7-4D8C-B5DE-6B85C9A029EF}" dt="2026-09-28T14:59:42.957" v="262"/>
        <pc:sldMkLst>
          <pc:docMk/>
          <pc:sldMk cId="0" sldId="274"/>
        </pc:sldMkLst>
        <pc:spChg chg="mod">
          <ac:chgData name="Anish Suresh" userId="8e447101bc7f3ebd" providerId="LiveId" clId="{2264BF01-96D7-4D8C-B5DE-6B85C9A029EF}" dt="2026-09-28T14:59:42.957" v="262"/>
          <ac:spMkLst>
            <pc:docMk/>
            <pc:sldMk cId="0" sldId="274"/>
            <ac:spMk id="4" creationId="{00000000-0000-0000-0000-000000000000}"/>
          </ac:spMkLst>
        </pc:spChg>
      </pc:sldChg>
      <pc:sldChg chg="modSp mod modShow">
        <pc:chgData name="Anish Suresh" userId="8e447101bc7f3ebd" providerId="LiveId" clId="{2264BF01-96D7-4D8C-B5DE-6B85C9A029EF}" dt="2026-09-29T09:09:21.177" v="505" actId="20577"/>
        <pc:sldMkLst>
          <pc:docMk/>
          <pc:sldMk cId="0" sldId="275"/>
        </pc:sldMkLst>
        <pc:spChg chg="mod">
          <ac:chgData name="Anish Suresh" userId="8e447101bc7f3ebd" providerId="LiveId" clId="{2264BF01-96D7-4D8C-B5DE-6B85C9A029EF}" dt="2026-09-29T09:09:20.679" v="504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Anish Suresh" userId="8e447101bc7f3ebd" providerId="LiveId" clId="{2264BF01-96D7-4D8C-B5DE-6B85C9A029EF}" dt="2026-09-28T15:40:20.898" v="423"/>
          <ac:spMkLst>
            <pc:docMk/>
            <pc:sldMk cId="0" sldId="275"/>
            <ac:spMk id="4" creationId="{00000000-0000-0000-0000-000000000000}"/>
          </ac:spMkLst>
        </pc:spChg>
        <pc:spChg chg="mod">
          <ac:chgData name="Anish Suresh" userId="8e447101bc7f3ebd" providerId="LiveId" clId="{2264BF01-96D7-4D8C-B5DE-6B85C9A029EF}" dt="2026-09-29T09:09:21.177" v="505" actId="20577"/>
          <ac:spMkLst>
            <pc:docMk/>
            <pc:sldMk cId="0" sldId="275"/>
            <ac:spMk id="9" creationId="{719FAE1C-61CF-CEC6-8D67-EA6B0FF7D587}"/>
          </ac:spMkLst>
        </pc:spChg>
      </pc:sldChg>
      <pc:sldChg chg="modSp mod">
        <pc:chgData name="Anish Suresh" userId="8e447101bc7f3ebd" providerId="LiveId" clId="{2264BF01-96D7-4D8C-B5DE-6B85C9A029EF}" dt="2026-09-28T14:58:56.898" v="255" actId="20577"/>
        <pc:sldMkLst>
          <pc:docMk/>
          <pc:sldMk cId="0" sldId="277"/>
        </pc:sldMkLst>
        <pc:graphicFrameChg chg="mod modGraphic">
          <ac:chgData name="Anish Suresh" userId="8e447101bc7f3ebd" providerId="LiveId" clId="{2264BF01-96D7-4D8C-B5DE-6B85C9A029EF}" dt="2026-09-28T14:58:56.898" v="255" actId="20577"/>
          <ac:graphicFrameMkLst>
            <pc:docMk/>
            <pc:sldMk cId="0" sldId="277"/>
            <ac:graphicFrameMk id="8" creationId="{C211BC14-9497-4B99-A4AB-7047A1B1F40D}"/>
          </ac:graphicFrameMkLst>
        </pc:graphicFrameChg>
      </pc:sldChg>
      <pc:sldChg chg="modSp mod">
        <pc:chgData name="Anish Suresh" userId="8e447101bc7f3ebd" providerId="LiveId" clId="{2264BF01-96D7-4D8C-B5DE-6B85C9A029EF}" dt="2026-09-28T14:59:51.717" v="264"/>
        <pc:sldMkLst>
          <pc:docMk/>
          <pc:sldMk cId="0" sldId="278"/>
        </pc:sldMkLst>
        <pc:spChg chg="mod">
          <ac:chgData name="Anish Suresh" userId="8e447101bc7f3ebd" providerId="LiveId" clId="{2264BF01-96D7-4D8C-B5DE-6B85C9A029EF}" dt="2026-09-28T14:59:51.717" v="264"/>
          <ac:spMkLst>
            <pc:docMk/>
            <pc:sldMk cId="0" sldId="278"/>
            <ac:spMk id="5" creationId="{00000000-0000-0000-0000-000000000000}"/>
          </ac:spMkLst>
        </pc:spChg>
      </pc:sldChg>
      <pc:sldChg chg="addSp modSp mod">
        <pc:chgData name="Anish Suresh" userId="8e447101bc7f3ebd" providerId="LiveId" clId="{2264BF01-96D7-4D8C-B5DE-6B85C9A029EF}" dt="2026-09-28T15:38:55.801" v="416" actId="1076"/>
        <pc:sldMkLst>
          <pc:docMk/>
          <pc:sldMk cId="0" sldId="279"/>
        </pc:sldMkLst>
        <pc:spChg chg="mod">
          <ac:chgData name="Anish Suresh" userId="8e447101bc7f3ebd" providerId="LiveId" clId="{2264BF01-96D7-4D8C-B5DE-6B85C9A029EF}" dt="2026-09-28T14:59:57.378" v="265"/>
          <ac:spMkLst>
            <pc:docMk/>
            <pc:sldMk cId="0" sldId="279"/>
            <ac:spMk id="4" creationId="{00000000-0000-0000-0000-000000000000}"/>
          </ac:spMkLst>
        </pc:spChg>
        <pc:spChg chg="mod">
          <ac:chgData name="Anish Suresh" userId="8e447101bc7f3ebd" providerId="LiveId" clId="{2264BF01-96D7-4D8C-B5DE-6B85C9A029EF}" dt="2026-09-28T15:38:55.801" v="416" actId="1076"/>
          <ac:spMkLst>
            <pc:docMk/>
            <pc:sldMk cId="0" sldId="279"/>
            <ac:spMk id="6" creationId="{861E1379-BC9F-1E94-2396-AEFDB697639C}"/>
          </ac:spMkLst>
        </pc:spChg>
        <pc:picChg chg="add mod modCrop">
          <ac:chgData name="Anish Suresh" userId="8e447101bc7f3ebd" providerId="LiveId" clId="{2264BF01-96D7-4D8C-B5DE-6B85C9A029EF}" dt="2026-09-28T15:38:51.002" v="415" actId="1076"/>
          <ac:picMkLst>
            <pc:docMk/>
            <pc:sldMk cId="0" sldId="279"/>
            <ac:picMk id="7" creationId="{1E14CFF6-8324-E515-624A-D0FBD2669BDA}"/>
          </ac:picMkLst>
        </pc:picChg>
      </pc:sldChg>
      <pc:sldChg chg="addSp delSp modSp new del mod">
        <pc:chgData name="Anish Suresh" userId="8e447101bc7f3ebd" providerId="LiveId" clId="{2264BF01-96D7-4D8C-B5DE-6B85C9A029EF}" dt="2026-09-09T10:39:40.650" v="242" actId="2696"/>
        <pc:sldMkLst>
          <pc:docMk/>
          <pc:sldMk cId="192120772" sldId="280"/>
        </pc:sldMkLst>
      </pc:sldChg>
      <pc:sldChg chg="addSp delSp modSp new mod">
        <pc:chgData name="Anish Suresh" userId="8e447101bc7f3ebd" providerId="LiveId" clId="{2264BF01-96D7-4D8C-B5DE-6B85C9A029EF}" dt="2026-09-28T15:23:07.675" v="304" actId="14100"/>
        <pc:sldMkLst>
          <pc:docMk/>
          <pc:sldMk cId="2041024054" sldId="280"/>
        </pc:sldMkLst>
        <pc:spChg chg="mod">
          <ac:chgData name="Anish Suresh" userId="8e447101bc7f3ebd" providerId="LiveId" clId="{2264BF01-96D7-4D8C-B5DE-6B85C9A029EF}" dt="2026-09-28T15:00:19.564" v="269"/>
          <ac:spMkLst>
            <pc:docMk/>
            <pc:sldMk cId="2041024054" sldId="280"/>
            <ac:spMk id="2" creationId="{9F5AC87C-0459-1755-0F78-2170C68CB3CD}"/>
          </ac:spMkLst>
        </pc:spChg>
        <pc:spChg chg="add del mod">
          <ac:chgData name="Anish Suresh" userId="8e447101bc7f3ebd" providerId="LiveId" clId="{2264BF01-96D7-4D8C-B5DE-6B85C9A029EF}" dt="2026-09-28T15:21:30.533" v="289" actId="21"/>
          <ac:spMkLst>
            <pc:docMk/>
            <pc:sldMk cId="2041024054" sldId="280"/>
            <ac:spMk id="5" creationId="{4CC03DD7-759F-08AF-0501-0E9B401D06EC}"/>
          </ac:spMkLst>
        </pc:spChg>
        <pc:spChg chg="add mod">
          <ac:chgData name="Anish Suresh" userId="8e447101bc7f3ebd" providerId="LiveId" clId="{2264BF01-96D7-4D8C-B5DE-6B85C9A029EF}" dt="2026-09-28T15:20:45.175" v="284"/>
          <ac:spMkLst>
            <pc:docMk/>
            <pc:sldMk cId="2041024054" sldId="280"/>
            <ac:spMk id="6" creationId="{7024C56B-ABCD-361A-9DAB-6615AABC4AEF}"/>
          </ac:spMkLst>
        </pc:spChg>
        <pc:graphicFrameChg chg="add mod">
          <ac:chgData name="Anish Suresh" userId="8e447101bc7f3ebd" providerId="LiveId" clId="{2264BF01-96D7-4D8C-B5DE-6B85C9A029EF}" dt="2026-09-28T15:20:44.275" v="283" actId="1076"/>
          <ac:graphicFrameMkLst>
            <pc:docMk/>
            <pc:sldMk cId="2041024054" sldId="280"/>
            <ac:graphicFrameMk id="4" creationId="{98E3D7B3-D9E6-BD95-A42D-3692E4993B52}"/>
          </ac:graphicFrameMkLst>
        </pc:graphicFrameChg>
        <pc:picChg chg="add mod modCrop">
          <ac:chgData name="Anish Suresh" userId="8e447101bc7f3ebd" providerId="LiveId" clId="{2264BF01-96D7-4D8C-B5DE-6B85C9A029EF}" dt="2026-09-28T15:23:00.054" v="301" actId="14100"/>
          <ac:picMkLst>
            <pc:docMk/>
            <pc:sldMk cId="2041024054" sldId="280"/>
            <ac:picMk id="8" creationId="{4E609891-AE61-D9DF-84C9-A2C7CFAD4286}"/>
          </ac:picMkLst>
        </pc:picChg>
        <pc:picChg chg="add mod">
          <ac:chgData name="Anish Suresh" userId="8e447101bc7f3ebd" providerId="LiveId" clId="{2264BF01-96D7-4D8C-B5DE-6B85C9A029EF}" dt="2026-09-28T15:23:07.675" v="304" actId="14100"/>
          <ac:picMkLst>
            <pc:docMk/>
            <pc:sldMk cId="2041024054" sldId="280"/>
            <ac:picMk id="9" creationId="{8E942036-F42A-BACD-0980-E1397B96B9D6}"/>
          </ac:picMkLst>
        </pc:picChg>
      </pc:sldChg>
      <pc:sldChg chg="addSp delSp modSp new mod">
        <pc:chgData name="Anish Suresh" userId="8e447101bc7f3ebd" providerId="LiveId" clId="{2264BF01-96D7-4D8C-B5DE-6B85C9A029EF}" dt="2026-09-28T15:40:07.934" v="419"/>
        <pc:sldMkLst>
          <pc:docMk/>
          <pc:sldMk cId="3528939943" sldId="281"/>
        </pc:sldMkLst>
        <pc:spChg chg="mod">
          <ac:chgData name="Anish Suresh" userId="8e447101bc7f3ebd" providerId="LiveId" clId="{2264BF01-96D7-4D8C-B5DE-6B85C9A029EF}" dt="2026-09-28T15:40:07.934" v="419"/>
          <ac:spMkLst>
            <pc:docMk/>
            <pc:sldMk cId="3528939943" sldId="281"/>
            <ac:spMk id="2" creationId="{BC04E283-6D37-C16C-7F73-92C7B3514606}"/>
          </ac:spMkLst>
        </pc:spChg>
        <pc:spChg chg="add del mod">
          <ac:chgData name="Anish Suresh" userId="8e447101bc7f3ebd" providerId="LiveId" clId="{2264BF01-96D7-4D8C-B5DE-6B85C9A029EF}" dt="2026-09-28T15:26:45.529" v="335" actId="21"/>
          <ac:spMkLst>
            <pc:docMk/>
            <pc:sldMk cId="3528939943" sldId="281"/>
            <ac:spMk id="7" creationId="{6225DAF1-1F52-71E1-1A3E-42D18E4672DD}"/>
          </ac:spMkLst>
        </pc:spChg>
        <pc:picChg chg="add del mod">
          <ac:chgData name="Anish Suresh" userId="8e447101bc7f3ebd" providerId="LiveId" clId="{2264BF01-96D7-4D8C-B5DE-6B85C9A029EF}" dt="2026-09-28T15:26:06.184" v="332" actId="478"/>
          <ac:picMkLst>
            <pc:docMk/>
            <pc:sldMk cId="3528939943" sldId="281"/>
            <ac:picMk id="5" creationId="{64E2FDD1-A77A-FDFA-C0D6-68F848776217}"/>
          </ac:picMkLst>
        </pc:picChg>
        <pc:picChg chg="add mod modCrop">
          <ac:chgData name="Anish Suresh" userId="8e447101bc7f3ebd" providerId="LiveId" clId="{2264BF01-96D7-4D8C-B5DE-6B85C9A029EF}" dt="2026-09-28T15:27:25.367" v="341" actId="1076"/>
          <ac:picMkLst>
            <pc:docMk/>
            <pc:sldMk cId="3528939943" sldId="281"/>
            <ac:picMk id="9" creationId="{B1C2F68D-DB29-7CBA-4440-AB4EB9299A1D}"/>
          </ac:picMkLst>
        </pc:picChg>
      </pc:sldChg>
      <pc:sldChg chg="addSp delSp modSp new mod">
        <pc:chgData name="Anish Suresh" userId="8e447101bc7f3ebd" providerId="LiveId" clId="{2264BF01-96D7-4D8C-B5DE-6B85C9A029EF}" dt="2026-09-29T14:08:41.058" v="634" actId="123"/>
        <pc:sldMkLst>
          <pc:docMk/>
          <pc:sldMk cId="2197411722" sldId="282"/>
        </pc:sldMkLst>
        <pc:spChg chg="mod">
          <ac:chgData name="Anish Suresh" userId="8e447101bc7f3ebd" providerId="LiveId" clId="{2264BF01-96D7-4D8C-B5DE-6B85C9A029EF}" dt="2026-09-28T15:40:00.168" v="417"/>
          <ac:spMkLst>
            <pc:docMk/>
            <pc:sldMk cId="2197411722" sldId="282"/>
            <ac:spMk id="2" creationId="{EB1CDA22-C3F3-715A-0A5A-54BB84043B16}"/>
          </ac:spMkLst>
        </pc:spChg>
        <pc:spChg chg="add del">
          <ac:chgData name="Anish Suresh" userId="8e447101bc7f3ebd" providerId="LiveId" clId="{2264BF01-96D7-4D8C-B5DE-6B85C9A029EF}" dt="2026-09-28T15:25:15.711" v="321" actId="22"/>
          <ac:spMkLst>
            <pc:docMk/>
            <pc:sldMk cId="2197411722" sldId="282"/>
            <ac:spMk id="7" creationId="{54081333-9161-AE09-1A0C-E6D77E9E0872}"/>
          </ac:spMkLst>
        </pc:spChg>
        <pc:spChg chg="add mod">
          <ac:chgData name="Anish Suresh" userId="8e447101bc7f3ebd" providerId="LiveId" clId="{2264BF01-96D7-4D8C-B5DE-6B85C9A029EF}" dt="2026-09-29T14:08:41.058" v="634" actId="123"/>
          <ac:spMkLst>
            <pc:docMk/>
            <pc:sldMk cId="2197411722" sldId="282"/>
            <ac:spMk id="9" creationId="{CD0087EE-9F4C-A2C7-4EC9-DEDB919F08ED}"/>
          </ac:spMkLst>
        </pc:spChg>
        <pc:picChg chg="add mod modCrop">
          <ac:chgData name="Anish Suresh" userId="8e447101bc7f3ebd" providerId="LiveId" clId="{2264BF01-96D7-4D8C-B5DE-6B85C9A029EF}" dt="2026-09-28T15:25:33.620" v="327" actId="14100"/>
          <ac:picMkLst>
            <pc:docMk/>
            <pc:sldMk cId="2197411722" sldId="282"/>
            <ac:picMk id="5" creationId="{3A3C1997-995A-4405-81D8-121C76646BF9}"/>
          </ac:picMkLst>
        </pc:picChg>
      </pc:sldChg>
      <pc:sldChg chg="addSp modSp new mod">
        <pc:chgData name="Anish Suresh" userId="8e447101bc7f3ebd" providerId="LiveId" clId="{2264BF01-96D7-4D8C-B5DE-6B85C9A029EF}" dt="2026-09-28T15:40:11.798" v="420"/>
        <pc:sldMkLst>
          <pc:docMk/>
          <pc:sldMk cId="692395474" sldId="283"/>
        </pc:sldMkLst>
        <pc:spChg chg="mod">
          <ac:chgData name="Anish Suresh" userId="8e447101bc7f3ebd" providerId="LiveId" clId="{2264BF01-96D7-4D8C-B5DE-6B85C9A029EF}" dt="2026-09-28T15:40:11.798" v="420"/>
          <ac:spMkLst>
            <pc:docMk/>
            <pc:sldMk cId="692395474" sldId="283"/>
            <ac:spMk id="2" creationId="{2CB9E954-A82F-2E98-B78F-8762472A35D0}"/>
          </ac:spMkLst>
        </pc:spChg>
        <pc:picChg chg="add mod modCrop">
          <ac:chgData name="Anish Suresh" userId="8e447101bc7f3ebd" providerId="LiveId" clId="{2264BF01-96D7-4D8C-B5DE-6B85C9A029EF}" dt="2026-09-28T15:28:28.490" v="345" actId="14100"/>
          <ac:picMkLst>
            <pc:docMk/>
            <pc:sldMk cId="692395474" sldId="283"/>
            <ac:picMk id="5" creationId="{71D61110-E5CD-2E19-30D8-0536622C02B5}"/>
          </ac:picMkLst>
        </pc:picChg>
      </pc:sldChg>
      <pc:sldChg chg="addSp modSp new mod">
        <pc:chgData name="Anish Suresh" userId="8e447101bc7f3ebd" providerId="LiveId" clId="{2264BF01-96D7-4D8C-B5DE-6B85C9A029EF}" dt="2026-09-28T15:40:14.651" v="421"/>
        <pc:sldMkLst>
          <pc:docMk/>
          <pc:sldMk cId="352267860" sldId="284"/>
        </pc:sldMkLst>
        <pc:spChg chg="mod">
          <ac:chgData name="Anish Suresh" userId="8e447101bc7f3ebd" providerId="LiveId" clId="{2264BF01-96D7-4D8C-B5DE-6B85C9A029EF}" dt="2026-09-28T15:40:14.651" v="421"/>
          <ac:spMkLst>
            <pc:docMk/>
            <pc:sldMk cId="352267860" sldId="284"/>
            <ac:spMk id="2" creationId="{A3CE6190-C244-859B-D6C3-F15736036EF8}"/>
          </ac:spMkLst>
        </pc:spChg>
        <pc:spChg chg="add mod">
          <ac:chgData name="Anish Suresh" userId="8e447101bc7f3ebd" providerId="LiveId" clId="{2264BF01-96D7-4D8C-B5DE-6B85C9A029EF}" dt="2026-09-28T15:33:12.055" v="367" actId="1076"/>
          <ac:spMkLst>
            <pc:docMk/>
            <pc:sldMk cId="352267860" sldId="284"/>
            <ac:spMk id="7" creationId="{6B32C721-CC2B-1379-4868-5E25DAF914DE}"/>
          </ac:spMkLst>
        </pc:spChg>
        <pc:spChg chg="add mod">
          <ac:chgData name="Anish Suresh" userId="8e447101bc7f3ebd" providerId="LiveId" clId="{2264BF01-96D7-4D8C-B5DE-6B85C9A029EF}" dt="2026-09-28T15:33:46.941" v="372" actId="1076"/>
          <ac:spMkLst>
            <pc:docMk/>
            <pc:sldMk cId="352267860" sldId="284"/>
            <ac:spMk id="9" creationId="{CB225681-4A52-BA59-4FA5-4F457494BEEA}"/>
          </ac:spMkLst>
        </pc:spChg>
        <pc:picChg chg="add mod">
          <ac:chgData name="Anish Suresh" userId="8e447101bc7f3ebd" providerId="LiveId" clId="{2264BF01-96D7-4D8C-B5DE-6B85C9A029EF}" dt="2026-09-28T15:32:11.198" v="356" actId="14100"/>
          <ac:picMkLst>
            <pc:docMk/>
            <pc:sldMk cId="352267860" sldId="284"/>
            <ac:picMk id="4" creationId="{4DA42555-13F2-27A5-588E-209005836A54}"/>
          </ac:picMkLst>
        </pc:picChg>
        <pc:picChg chg="add mod">
          <ac:chgData name="Anish Suresh" userId="8e447101bc7f3ebd" providerId="LiveId" clId="{2264BF01-96D7-4D8C-B5DE-6B85C9A029EF}" dt="2026-09-28T15:32:19.436" v="358" actId="1076"/>
          <ac:picMkLst>
            <pc:docMk/>
            <pc:sldMk cId="352267860" sldId="284"/>
            <ac:picMk id="5" creationId="{C3817B2B-4269-90CE-8707-14C70ED9E102}"/>
          </ac:picMkLst>
        </pc:picChg>
      </pc:sldChg>
      <pc:sldChg chg="addSp modSp new mod">
        <pc:chgData name="Anish Suresh" userId="8e447101bc7f3ebd" providerId="LiveId" clId="{2264BF01-96D7-4D8C-B5DE-6B85C9A029EF}" dt="2026-09-28T15:40:04.968" v="418"/>
        <pc:sldMkLst>
          <pc:docMk/>
          <pc:sldMk cId="3688512947" sldId="285"/>
        </pc:sldMkLst>
        <pc:spChg chg="mod">
          <ac:chgData name="Anish Suresh" userId="8e447101bc7f3ebd" providerId="LiveId" clId="{2264BF01-96D7-4D8C-B5DE-6B85C9A029EF}" dt="2026-09-28T15:40:04.968" v="418"/>
          <ac:spMkLst>
            <pc:docMk/>
            <pc:sldMk cId="3688512947" sldId="285"/>
            <ac:spMk id="2" creationId="{1C04E2E4-3C71-B033-A2AC-453F45164257}"/>
          </ac:spMkLst>
        </pc:spChg>
        <pc:spChg chg="add mod">
          <ac:chgData name="Anish Suresh" userId="8e447101bc7f3ebd" providerId="LiveId" clId="{2264BF01-96D7-4D8C-B5DE-6B85C9A029EF}" dt="2026-09-28T15:34:55.704" v="382" actId="1076"/>
          <ac:spMkLst>
            <pc:docMk/>
            <pc:sldMk cId="3688512947" sldId="285"/>
            <ac:spMk id="6" creationId="{70B47EA8-78AA-4897-336B-6A04816F6B80}"/>
          </ac:spMkLst>
        </pc:spChg>
        <pc:spChg chg="add mod">
          <ac:chgData name="Anish Suresh" userId="8e447101bc7f3ebd" providerId="LiveId" clId="{2264BF01-96D7-4D8C-B5DE-6B85C9A029EF}" dt="2026-09-28T15:36:32.953" v="397" actId="1076"/>
          <ac:spMkLst>
            <pc:docMk/>
            <pc:sldMk cId="3688512947" sldId="285"/>
            <ac:spMk id="9" creationId="{6481964E-7AD5-0197-103B-1BE134DD25B9}"/>
          </ac:spMkLst>
        </pc:spChg>
        <pc:spChg chg="add mod">
          <ac:chgData name="Anish Suresh" userId="8e447101bc7f3ebd" providerId="LiveId" clId="{2264BF01-96D7-4D8C-B5DE-6B85C9A029EF}" dt="2026-09-28T15:37:12.047" v="404" actId="20577"/>
          <ac:spMkLst>
            <pc:docMk/>
            <pc:sldMk cId="3688512947" sldId="285"/>
            <ac:spMk id="12" creationId="{5CB5100E-1613-8497-19CB-43F5C0E58B60}"/>
          </ac:spMkLst>
        </pc:spChg>
        <pc:picChg chg="add mod">
          <ac:chgData name="Anish Suresh" userId="8e447101bc7f3ebd" providerId="LiveId" clId="{2264BF01-96D7-4D8C-B5DE-6B85C9A029EF}" dt="2026-09-28T15:36:26.745" v="395" actId="14100"/>
          <ac:picMkLst>
            <pc:docMk/>
            <pc:sldMk cId="3688512947" sldId="285"/>
            <ac:picMk id="4" creationId="{456206C9-7FD3-0872-F6A5-3B3C46B0BA0F}"/>
          </ac:picMkLst>
        </pc:picChg>
        <pc:picChg chg="add mod">
          <ac:chgData name="Anish Suresh" userId="8e447101bc7f3ebd" providerId="LiveId" clId="{2264BF01-96D7-4D8C-B5DE-6B85C9A029EF}" dt="2026-09-28T15:36:29.862" v="396" actId="1076"/>
          <ac:picMkLst>
            <pc:docMk/>
            <pc:sldMk cId="3688512947" sldId="285"/>
            <ac:picMk id="7" creationId="{8F76B3E9-ED44-59E2-80E0-D81BC70870B2}"/>
          </ac:picMkLst>
        </pc:picChg>
        <pc:picChg chg="add mod modCrop">
          <ac:chgData name="Anish Suresh" userId="8e447101bc7f3ebd" providerId="LiveId" clId="{2264BF01-96D7-4D8C-B5DE-6B85C9A029EF}" dt="2026-09-28T15:36:54.834" v="400" actId="1076"/>
          <ac:picMkLst>
            <pc:docMk/>
            <pc:sldMk cId="3688512947" sldId="285"/>
            <ac:picMk id="10" creationId="{C6A8D8DF-926D-5161-491A-EE76203866A6}"/>
          </ac:picMkLst>
        </pc:picChg>
      </pc:sldChg>
      <pc:sldChg chg="addSp delSp modSp new mod">
        <pc:chgData name="Anish Suresh" userId="8e447101bc7f3ebd" providerId="LiveId" clId="{2264BF01-96D7-4D8C-B5DE-6B85C9A029EF}" dt="2026-09-29T08:59:10.798" v="445" actId="1076"/>
        <pc:sldMkLst>
          <pc:docMk/>
          <pc:sldMk cId="4198164922" sldId="286"/>
        </pc:sldMkLst>
        <pc:spChg chg="mod">
          <ac:chgData name="Anish Suresh" userId="8e447101bc7f3ebd" providerId="LiveId" clId="{2264BF01-96D7-4D8C-B5DE-6B85C9A029EF}" dt="2026-09-29T08:58:18.799" v="433"/>
          <ac:spMkLst>
            <pc:docMk/>
            <pc:sldMk cId="4198164922" sldId="286"/>
            <ac:spMk id="2" creationId="{102E24F1-86A3-861C-B59F-59AC87078808}"/>
          </ac:spMkLst>
        </pc:spChg>
        <pc:spChg chg="add del">
          <ac:chgData name="Anish Suresh" userId="8e447101bc7f3ebd" providerId="LiveId" clId="{2264BF01-96D7-4D8C-B5DE-6B85C9A029EF}" dt="2026-09-29T08:58:36.616" v="437" actId="22"/>
          <ac:spMkLst>
            <pc:docMk/>
            <pc:sldMk cId="4198164922" sldId="286"/>
            <ac:spMk id="7" creationId="{99CC6F10-B8E6-CED7-CB15-4F0EC11FB48B}"/>
          </ac:spMkLst>
        </pc:spChg>
        <pc:spChg chg="add del mod">
          <ac:chgData name="Anish Suresh" userId="8e447101bc7f3ebd" providerId="LiveId" clId="{2264BF01-96D7-4D8C-B5DE-6B85C9A029EF}" dt="2026-09-29T08:58:49.790" v="443" actId="22"/>
          <ac:spMkLst>
            <pc:docMk/>
            <pc:sldMk cId="4198164922" sldId="286"/>
            <ac:spMk id="9" creationId="{F649EF00-37A8-6467-8CCD-2B2DB5A32EE5}"/>
          </ac:spMkLst>
        </pc:spChg>
        <pc:picChg chg="add mod modCrop">
          <ac:chgData name="Anish Suresh" userId="8e447101bc7f3ebd" providerId="LiveId" clId="{2264BF01-96D7-4D8C-B5DE-6B85C9A029EF}" dt="2026-09-29T08:58:08.259" v="432" actId="1076"/>
          <ac:picMkLst>
            <pc:docMk/>
            <pc:sldMk cId="4198164922" sldId="286"/>
            <ac:picMk id="5" creationId="{BADDC9C0-25A5-D305-231F-8AD6855D42FF}"/>
          </ac:picMkLst>
        </pc:picChg>
        <pc:picChg chg="add mod">
          <ac:chgData name="Anish Suresh" userId="8e447101bc7f3ebd" providerId="LiveId" clId="{2264BF01-96D7-4D8C-B5DE-6B85C9A029EF}" dt="2026-09-29T08:59:10.798" v="445" actId="1076"/>
          <ac:picMkLst>
            <pc:docMk/>
            <pc:sldMk cId="4198164922" sldId="286"/>
            <ac:picMk id="11" creationId="{44B69376-B071-3642-2DE1-BA1CCD43E941}"/>
          </ac:picMkLst>
        </pc:picChg>
      </pc:sldChg>
      <pc:sldChg chg="addSp modSp new mod">
        <pc:chgData name="Anish Suresh" userId="8e447101bc7f3ebd" providerId="LiveId" clId="{2264BF01-96D7-4D8C-B5DE-6B85C9A029EF}" dt="2026-09-29T14:09:04.649" v="637" actId="1076"/>
        <pc:sldMkLst>
          <pc:docMk/>
          <pc:sldMk cId="654944843" sldId="287"/>
        </pc:sldMkLst>
        <pc:spChg chg="mod">
          <ac:chgData name="Anish Suresh" userId="8e447101bc7f3ebd" providerId="LiveId" clId="{2264BF01-96D7-4D8C-B5DE-6B85C9A029EF}" dt="2026-09-29T14:06:41.919" v="619" actId="20577"/>
          <ac:spMkLst>
            <pc:docMk/>
            <pc:sldMk cId="654944843" sldId="287"/>
            <ac:spMk id="2" creationId="{A02398E0-2AE3-5EC9-963A-7FF8D1FEE2A2}"/>
          </ac:spMkLst>
        </pc:spChg>
        <pc:spChg chg="add mod">
          <ac:chgData name="Anish Suresh" userId="8e447101bc7f3ebd" providerId="LiveId" clId="{2264BF01-96D7-4D8C-B5DE-6B85C9A029EF}" dt="2026-09-29T14:09:04.649" v="637" actId="1076"/>
          <ac:spMkLst>
            <pc:docMk/>
            <pc:sldMk cId="654944843" sldId="287"/>
            <ac:spMk id="5" creationId="{4554F8AF-D5F3-1DAC-162E-898D7BC9DD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A6E61-1E67-4AAE-9222-C69903058564}" type="datetimeFigureOut">
              <a:rPr lang="en-GB" smtClean="0"/>
              <a:pPr/>
              <a:t>29/09/2026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084D0-3E52-4FF2-B139-04E31B5BCBD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29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23EBCB80-6D5C-41A6-9247-9C1BD66CC7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6EF32CB5-B17A-495D-B761-A7BCB5E538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893CA642-3390-4385-8DF3-1E8E0CBBD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6A71FFC-FD4B-4B87-BC67-5D8120584A9C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AD865-D4C3-4E34-A916-40FB4BEC6E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553756C0-0660-487D-A55C-D03ABF1D7A3C}" type="datetime1">
              <a:rPr lang="en-US"/>
              <a:pPr>
                <a:defRPr/>
              </a:pPr>
              <a:t>9/29/2026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20DC3-D210-4893-A005-47BE4D0A20A3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4BA16-51C4-4B93-A69E-D6DD8E5510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166180-E018-4CE5-989D-0BC1BAFB7566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20AF8-172C-4624-9675-EFA1EACB5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546DC-B22E-4E5F-8EC2-7EC316137D5A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4AC0A-4151-47BB-AD5F-F917592E5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3EA7E-2628-4521-B6FA-F0B6722084F4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B0231-A98D-4A9B-A1E7-7F01BB74AA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86EEE-E1EC-4EBF-91F5-7F5455A2ACC7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6FD9F-6BCE-41CB-A84B-718CCC6C0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4BF20-F75A-4B1A-958D-60EB277C69D1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634AA-91A4-4783-9A49-A7A565261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5FEE3-DE1F-4EC3-902A-79D4023BA0AF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3F83C-2865-4512-9216-5700DC130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90656-EDB2-45FE-B363-54FF2C8C238C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B4ABE5-11F4-47DB-B0D7-60E3A33C20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A754E-6ED1-4AC0-A323-D62E79147EA9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FCBB3-371C-4DBF-8675-D5B223710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FE37B-E368-41FD-8201-98D7804AAF55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AFB44-8963-4D5A-9770-722A53751F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C0B50-C8EF-4DF8-A6DF-8E8458D65165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177D-3C34-4D5F-9AA5-6FA3C331D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D3AEDD-6E38-4E69-8639-C36242E99A78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D11B3D2-6A7A-43CB-AC29-BDE9AFDFD3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828AD170-42DF-443D-A990-74D25E9BE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593961"/>
            <a:ext cx="7162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b="1" dirty="0"/>
              <a:t>By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en-US" b="1" dirty="0"/>
          </a:p>
          <a:p>
            <a:pPr algn="just" eaLnBrk="1" hangingPunct="1"/>
            <a:r>
              <a:rPr lang="en-US" altLang="en-US" b="1" dirty="0">
                <a:solidFill>
                  <a:srgbClr val="002060"/>
                </a:solidFill>
              </a:rPr>
              <a:t>         ANISH V S	            			111623104007</a:t>
            </a:r>
          </a:p>
          <a:p>
            <a:pPr algn="just" eaLnBrk="1" hangingPunct="1"/>
            <a:r>
              <a:rPr lang="en-US" altLang="en-US" b="1" dirty="0">
                <a:solidFill>
                  <a:srgbClr val="002060"/>
                </a:solidFill>
              </a:rPr>
              <a:t>         SRI PRASANNA PRIYAA M	            	111623104095</a:t>
            </a:r>
          </a:p>
        </p:txBody>
      </p:sp>
      <p:sp>
        <p:nvSpPr>
          <p:cNvPr id="58371" name="Rectangle 7">
            <a:extLst>
              <a:ext uri="{FF2B5EF4-FFF2-40B4-BE49-F238E27FC236}">
                <a16:creationId xmlns:a16="http://schemas.microsoft.com/office/drawing/2014/main" id="{6BDD0302-19FA-4168-BF09-FCF47FAD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334000"/>
            <a:ext cx="6323013" cy="13239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C6600"/>
                </a:solidFill>
                <a:latin typeface="Calibri" pitchFamily="34" charset="0"/>
                <a:cs typeface="+mn-cs"/>
              </a:rPr>
              <a:t>SUPERVISOR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C00000"/>
                </a:solidFill>
                <a:latin typeface="+mn-lt"/>
                <a:cs typeface="+mn-cs"/>
              </a:rPr>
              <a:t>Ms. C.NITHIYA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C00000"/>
                </a:solidFill>
                <a:latin typeface="+mn-lt"/>
                <a:cs typeface="+mn-cs"/>
              </a:rPr>
              <a:t>ASSISTANT PROFESSOR</a:t>
            </a:r>
          </a:p>
        </p:txBody>
      </p:sp>
      <p:sp>
        <p:nvSpPr>
          <p:cNvPr id="8196" name="Rectangle 8">
            <a:extLst>
              <a:ext uri="{FF2B5EF4-FFF2-40B4-BE49-F238E27FC236}">
                <a16:creationId xmlns:a16="http://schemas.microsoft.com/office/drawing/2014/main" id="{C9F39A8D-F981-4D9D-9A82-DB31AE2BC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28800"/>
            <a:ext cx="8534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4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 eaLnBrk="1" hangingPunct="1"/>
            <a:endParaRPr lang="en-US" altLang="en-US" sz="2400" b="1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 eaLnBrk="1" hangingPunct="1"/>
            <a:endParaRPr lang="fr-CA" altLang="en-US" sz="240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11BC14-9497-4B99-A4AB-7047A1B1F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477045"/>
              </p:ext>
            </p:extLst>
          </p:nvPr>
        </p:nvGraphicFramePr>
        <p:xfrm>
          <a:off x="9525" y="-50800"/>
          <a:ext cx="9134475" cy="1879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13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94">
                <a:tc>
                  <a:txBody>
                    <a:bodyPr/>
                    <a:lstStyle/>
                    <a:p>
                      <a:pPr algn="ctr"/>
                      <a:endParaRPr lang="en-IN" sz="1800" b="1" kern="1200" dirty="0">
                        <a:solidFill>
                          <a:schemeClr val="bg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91445" marR="91445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R.M.K. COLLEGE OF</a:t>
                      </a:r>
                      <a:r>
                        <a:rPr lang="en-US" sz="1800" b="1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ENGINEERING AND TECHNOLOGY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 DEPARTMENT OF ELECTRONICS AND COMMUNICATION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>
                          <a:latin typeface="Arial" pitchFamily="34" charset="0"/>
                          <a:cs typeface="Arial" pitchFamily="34" charset="0"/>
                        </a:rPr>
                        <a:t> ENGINEERING</a:t>
                      </a:r>
                      <a:endParaRPr lang="en-IN" sz="1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0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B.E</a:t>
                      </a:r>
                      <a:r>
                        <a:rPr lang="en-US" sz="1800" b="1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– PROJECT REVIEW- DATE: 30/09/2026</a:t>
                      </a:r>
                      <a:endParaRPr lang="en-IN" sz="18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5" marR="91445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08" name="Rectangle 3">
            <a:extLst>
              <a:ext uri="{FF2B5EF4-FFF2-40B4-BE49-F238E27FC236}">
                <a16:creationId xmlns:a16="http://schemas.microsoft.com/office/drawing/2014/main" id="{1CB0C499-D3F1-4FD5-BB96-6A8D618DD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8610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IN" altLang="en-US" sz="2000" b="1" dirty="0">
                <a:solidFill>
                  <a:srgbClr val="FF0000"/>
                </a:solidFill>
              </a:rPr>
              <a:t>TITLE:</a:t>
            </a:r>
          </a:p>
          <a:p>
            <a:pPr algn="ctr"/>
            <a:r>
              <a:rPr lang="en-US" sz="2000" b="1" dirty="0"/>
              <a:t>DESIGN AND IMPLEMENTATION OF OPTIMIZED RISC V PROCESSOR USING CUSTOM MAC INSTRUCTION</a:t>
            </a:r>
            <a:endParaRPr lang="en-I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5C4F955B-5EE5-4F7D-9091-2D6AF9E4B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572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2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CONTENTS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467600" cy="573087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charset="0"/>
                <a:cs typeface="Arial" charset="0"/>
              </a:rPr>
              <a:t>Objectives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charset="0"/>
                <a:cs typeface="Arial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charset="0"/>
                <a:cs typeface="Arial" charset="0"/>
              </a:rPr>
              <a:t>Literature Review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charset="0"/>
                <a:cs typeface="Arial" charset="0"/>
              </a:rPr>
              <a:t>Problem Statement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charset="0"/>
                <a:cs typeface="Arial" charset="0"/>
              </a:rPr>
              <a:t>Proposed Work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Simulation Tool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Work Plan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Conclusion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Reference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022351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OBJECTIVES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105399"/>
          </a:xfrm>
        </p:spPr>
        <p:txBody>
          <a:bodyPr/>
          <a:lstStyle/>
          <a:p>
            <a:pPr marL="0" indent="0" algn="just" eaLnBrk="1" hangingPunct="1">
              <a:lnSpc>
                <a:spcPct val="200000"/>
              </a:lnSpc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20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200000"/>
              </a:lnSpc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1EC553-855D-15AA-D0C8-EBA72EEE5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2074038"/>
            <a:ext cx="8763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RISC-V ISA and processor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emphasis on RV32-based embedded processors.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performance bottlenecks associated with repetitive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Multiply-Accumulate (MAC)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operations.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integrate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application-specific custom MAC instruction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RISC-V processor.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dedicated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MAC unit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accelerating compute-intensive operations.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5715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518150"/>
          </a:xfrm>
        </p:spPr>
        <p:txBody>
          <a:bodyPr/>
          <a:lstStyle/>
          <a:p>
            <a:pPr algn="just"/>
            <a:r>
              <a:rPr lang="en-US" sz="1600" b="1" dirty="0"/>
              <a:t>RISC-V</a:t>
            </a:r>
            <a:r>
              <a:rPr lang="en-US" sz="1600" dirty="0"/>
              <a:t> is an open and modular Instruction Set Architecture (ISA) that supports application-specific instruction extensions. </a:t>
            </a:r>
          </a:p>
          <a:p>
            <a:pPr algn="just"/>
            <a:r>
              <a:rPr lang="en-US" sz="1600" dirty="0"/>
              <a:t>The flexibility of RISC-V enables the integration of </a:t>
            </a:r>
            <a:r>
              <a:rPr lang="en-US" sz="1600" b="1" dirty="0"/>
              <a:t>custom instructions and dedicated hardware accelerators</a:t>
            </a:r>
            <a:r>
              <a:rPr lang="en-US" sz="1600" dirty="0"/>
              <a:t> to improve processor performance. </a:t>
            </a:r>
          </a:p>
          <a:p>
            <a:pPr algn="just"/>
            <a:r>
              <a:rPr lang="en-US" sz="1600" b="1" dirty="0"/>
              <a:t>Multiply-Accumulate (MAC)</a:t>
            </a:r>
            <a:r>
              <a:rPr lang="en-US" sz="1600" dirty="0"/>
              <a:t> is a fundamental operation in DSP and compute-intensive applications such as </a:t>
            </a:r>
            <a:r>
              <a:rPr lang="en-US" sz="1600" b="1" dirty="0"/>
              <a:t>FIR filtering, dot-product computation and matrix operations</a:t>
            </a:r>
            <a:r>
              <a:rPr lang="en-US" sz="1600" dirty="0"/>
              <a:t>. </a:t>
            </a:r>
          </a:p>
          <a:p>
            <a:pPr algn="just"/>
            <a:r>
              <a:rPr lang="en-US" sz="1600" dirty="0"/>
              <a:t>Conventional execution of MAC operations requires multiple instructions, resulting in increased </a:t>
            </a:r>
            <a:r>
              <a:rPr lang="en-US" sz="1600" b="1" dirty="0"/>
              <a:t>instruction count, execution cycles and processing time</a:t>
            </a:r>
            <a:r>
              <a:rPr lang="en-US" sz="1600" dirty="0"/>
              <a:t>. </a:t>
            </a:r>
          </a:p>
          <a:p>
            <a:pPr algn="just"/>
            <a:r>
              <a:rPr lang="en-US" sz="1600" dirty="0"/>
              <a:t>A </a:t>
            </a:r>
            <a:r>
              <a:rPr lang="en-US" sz="1600" b="1" dirty="0"/>
              <a:t>custom MAC instruction</a:t>
            </a:r>
            <a:r>
              <a:rPr lang="en-US" sz="1600" dirty="0"/>
              <a:t> can combine multiplication and accumulation into a single application-specific operation, reducing computational overhead. </a:t>
            </a:r>
          </a:p>
          <a:p>
            <a:pPr algn="just"/>
            <a:r>
              <a:rPr lang="en-US" sz="1600" dirty="0"/>
              <a:t>This project proposes the design and FPGA implementation of a </a:t>
            </a:r>
            <a:r>
              <a:rPr lang="en-US" sz="1600" b="1" dirty="0"/>
              <a:t>performance-optimized RISC-V processor with a custom MAC instruction</a:t>
            </a:r>
            <a:r>
              <a:rPr lang="en-US" sz="1600" dirty="0"/>
              <a:t>. </a:t>
            </a:r>
          </a:p>
          <a:p>
            <a:pPr algn="just"/>
            <a:r>
              <a:rPr lang="en-US" sz="1600" dirty="0"/>
              <a:t>The proposed processor will be implemented and evaluated on the </a:t>
            </a:r>
            <a:r>
              <a:rPr lang="en-US" sz="1600" b="1" dirty="0"/>
              <a:t>Xilinx PYNQ-Z2 FPGA</a:t>
            </a:r>
            <a:r>
              <a:rPr lang="en-US" sz="1600" dirty="0"/>
              <a:t> using </a:t>
            </a:r>
            <a:r>
              <a:rPr lang="en-US" sz="1600" b="1" dirty="0" err="1"/>
              <a:t>Vivado</a:t>
            </a:r>
            <a:r>
              <a:rPr lang="en-US" sz="1600" dirty="0"/>
              <a:t>. </a:t>
            </a:r>
          </a:p>
          <a:p>
            <a:pPr algn="just"/>
            <a:r>
              <a:rPr lang="en-US" sz="1600" b="1" dirty="0"/>
              <a:t>Core Concept:</a:t>
            </a:r>
          </a:p>
          <a:p>
            <a:pPr marL="0" indent="0" algn="ctr">
              <a:buNone/>
            </a:pPr>
            <a:endParaRPr lang="en-US" sz="1600" b="1" dirty="0"/>
          </a:p>
          <a:p>
            <a:pPr marL="0" indent="0" algn="ctr">
              <a:buNone/>
            </a:pPr>
            <a:endParaRPr lang="en-US" sz="1600" b="1" dirty="0"/>
          </a:p>
          <a:p>
            <a:pPr algn="just"/>
            <a:r>
              <a:rPr lang="en-US" sz="1600" b="1" dirty="0"/>
              <a:t>RISC-V Processor → Custom MAC Instruction → Hardware MAC Unit → PYNQ-Z2 → Performance Evaluation</a:t>
            </a:r>
            <a:endParaRPr lang="en-US" sz="1600" dirty="0"/>
          </a:p>
          <a:p>
            <a:pPr algn="just">
              <a:lnSpc>
                <a:spcPct val="150000"/>
              </a:lnSpc>
              <a:buNone/>
            </a:pPr>
            <a:endParaRPr lang="en-US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A30BB9-2B42-ADEA-0AF6-8D759C414933}"/>
              </a:ext>
            </a:extLst>
          </p:cNvPr>
          <p:cNvSpPr/>
          <p:nvPr/>
        </p:nvSpPr>
        <p:spPr>
          <a:xfrm>
            <a:off x="3771900" y="4876800"/>
            <a:ext cx="1524000" cy="457200"/>
          </a:xfrm>
          <a:prstGeom prst="rect">
            <a:avLst/>
          </a:prstGeom>
          <a:ln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MAC=(A×B)+C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077"/>
            <a:ext cx="8229600" cy="549277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LITERATURE REVIEW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166180-E018-4CE5-989D-0BC1BAFB7566}" type="datetime1">
              <a:rPr lang="en-US" smtClean="0"/>
              <a:pPr>
                <a:defRPr/>
              </a:pPr>
              <a:t>9/29/2026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014806"/>
              </p:ext>
            </p:extLst>
          </p:nvPr>
        </p:nvGraphicFramePr>
        <p:xfrm>
          <a:off x="114300" y="348678"/>
          <a:ext cx="8915399" cy="643128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297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S.No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 of 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Performance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731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S.Hemajothi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S.Jalaja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M.Kishore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S.Gowtham</a:t>
                      </a:r>
                      <a:r>
                        <a:rPr lang="en-IN" dirty="0"/>
                        <a:t> Kumar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Design and Implementation of a Custom-MAC Instruction in Open-Source RISC-V Processor Core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ICCPCT 2026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Custom MAC in PicoRV32 using PCPI; 2× speedup, ~3–5% area overhead, ~100 MHz FPGA, power not reported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50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 Wang, X. Ding, Y. Yang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Tracking Accelerator Based on RISC-V Custom Instructions for GNSS Receiver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IEICE Electronics Express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58–94% speed increase for tracking loops; 122–700% speed increase for custom instructions; 33.1% area and 19.8% power increase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891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I. Ahmad, H. Cheng, J. </a:t>
                      </a:r>
                      <a:r>
                        <a:rPr lang="en-IN" dirty="0" err="1"/>
                        <a:t>Groszschaedl</a:t>
                      </a:r>
                      <a:r>
                        <a:rPr lang="en-IN" dirty="0"/>
                        <a:t>, D.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Extending RISC-V to Support Flexible-Radix Multiply-Accumulate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IACR Communications in Cryptology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 to 1.5×/1.6× improvement on RV32I; up to 1.3×/1.7× on RV64I for evaluated workloads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 Sabih et al.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Hardware/</a:t>
                      </a:r>
                      <a:r>
                        <a:rPr lang="en-US" dirty="0" err="1"/>
                        <a:t>SoftwareDesign</a:t>
                      </a:r>
                      <a:r>
                        <a:rPr lang="en-US" dirty="0"/>
                        <a:t> of RISC-V for Accelerating Sparse DNNs in FPGAs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FPGA / RISC-V research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 to 3×, 4× and 5× speedups for different sparse-DNN configurations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275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6525"/>
            <a:ext cx="8229600" cy="503238"/>
          </a:xfr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PROBLEM STATEMENT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9B0DC-12CB-F2C2-9CEE-4A1913DB24C0}"/>
              </a:ext>
            </a:extLst>
          </p:cNvPr>
          <p:cNvSpPr/>
          <p:nvPr/>
        </p:nvSpPr>
        <p:spPr>
          <a:xfrm>
            <a:off x="495300" y="663209"/>
            <a:ext cx="8001000" cy="12417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To design and implement a custom MAC instruction in a RISC-V processor to reduce the execution overhead of MAC-intensive workloads and evaluate its performance, timing, FPGA resource utilization and power consumption on the PYNQ-Z2 platform.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7D594AB-D59D-CB2F-7EB2-3776735D3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18941"/>
            <a:ext cx="8153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MAC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are frequently used in computationally intensive applications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FIR filtering, dot-product and matrix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 a conventional RISC-V processor, a MAC operation requires multiple arithmetic instructions, increasing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instruction count and execution cycles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Repeated execution of these operations can lead to increased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execution time and computational overhead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Although RISC-V supports custom instruction extensions, designing an application-specific instruction requires careful consideration of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processor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datapath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FPGA resources and performance benefits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Therefore, there is a need for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lightweight custom MAC instruction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that can accelerate MAC-intensive workloads while maintaining reasonable FPGA resource utilization.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Existing accelerator-based approaches are often designed for specific applications and may introduce additional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hardware resource and power overhead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CDA22-C3F3-715A-0A5A-54BB8404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C40A7-C121-58C7-35D0-2A39819B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3C1997-995A-4405-81D8-121C76646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6" b="4919"/>
          <a:stretch>
            <a:fillRect/>
          </a:stretch>
        </p:blipFill>
        <p:spPr>
          <a:xfrm>
            <a:off x="0" y="-5024"/>
            <a:ext cx="9144000" cy="4348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0087EE-9F4C-A2C7-4EC9-DEDB919F08ED}"/>
              </a:ext>
            </a:extLst>
          </p:cNvPr>
          <p:cNvSpPr txBox="1"/>
          <p:nvPr/>
        </p:nvSpPr>
        <p:spPr>
          <a:xfrm>
            <a:off x="381000" y="4654639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Custom MAC Instruction for RISC-V:</a:t>
            </a:r>
          </a:p>
          <a:p>
            <a:pPr algn="just"/>
            <a:r>
              <a:rPr lang="en-US" dirty="0"/>
              <a:t>A single-cycle Multiply-Accumulate extension that halves instruction count, doubles throughput, and cuts energy per operation in half — all within a lean FPGA footprint.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41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297" y="78497"/>
            <a:ext cx="8229600" cy="457199"/>
          </a:xfr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PROPOSED 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915B9-0B9C-2526-BA78-6CFF653811F7}"/>
              </a:ext>
            </a:extLst>
          </p:cNvPr>
          <p:cNvSpPr txBox="1"/>
          <p:nvPr/>
        </p:nvSpPr>
        <p:spPr>
          <a:xfrm>
            <a:off x="498231" y="624519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n-lt"/>
              </a:rPr>
              <a:t>Block Diagram: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01D3F-039B-124F-5186-DD40DEB10AF3}"/>
              </a:ext>
            </a:extLst>
          </p:cNvPr>
          <p:cNvSpPr txBox="1"/>
          <p:nvPr/>
        </p:nvSpPr>
        <p:spPr>
          <a:xfrm>
            <a:off x="4475703" y="6745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n-lt"/>
              </a:rPr>
              <a:t>MAC Operation: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74D26-EF81-E759-3A35-99DDC6D170F7}"/>
              </a:ext>
            </a:extLst>
          </p:cNvPr>
          <p:cNvSpPr txBox="1"/>
          <p:nvPr/>
        </p:nvSpPr>
        <p:spPr>
          <a:xfrm>
            <a:off x="4475703" y="128378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+mn-lt"/>
              </a:rPr>
              <a:t>Custom MAC Instruction</a:t>
            </a:r>
          </a:p>
          <a:p>
            <a:pPr>
              <a:buNone/>
            </a:pPr>
            <a:r>
              <a:rPr lang="en-US" sz="1600" dirty="0">
                <a:latin typeface="+mn-lt"/>
              </a:rPr>
              <a:t>Rd​=(Rs1​×Rs2​)+Rd​</a:t>
            </a:r>
            <a:endParaRPr lang="en-IN" sz="1600" dirty="0">
              <a:latin typeface="+mn-lt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349D841-BFE7-0AFF-AA05-64179CBD9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57400"/>
            <a:ext cx="3303690" cy="396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F784370-390E-0AB1-2160-D54DD9BA3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41" y="1006411"/>
            <a:ext cx="4072467" cy="548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E24F1-86A3-861C-B59F-59AC8707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3275F-181B-CA80-F66B-A7E3792A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DC9C0-25A5-D305-231F-8AD6855D4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" b="6506"/>
          <a:stretch>
            <a:fillRect/>
          </a:stretch>
        </p:blipFill>
        <p:spPr>
          <a:xfrm>
            <a:off x="0" y="1143000"/>
            <a:ext cx="9144000" cy="5289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B69376-B071-3642-2DE1-BA1CCD43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18" y="136525"/>
            <a:ext cx="7795936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6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AC87C-0459-1755-0F78-2170C68C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3C452-7B63-5A92-7F7C-4C21A283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609891-AE61-D9DF-84C9-A2C7CFAD4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9" b="6304"/>
          <a:stretch>
            <a:fillRect/>
          </a:stretch>
        </p:blipFill>
        <p:spPr>
          <a:xfrm>
            <a:off x="0" y="1"/>
            <a:ext cx="9144000" cy="434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942036-F42A-BACD-0980-E1397B96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257040"/>
            <a:ext cx="8915400" cy="246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24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4E2E4-3C71-B033-A2AC-453F45164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434820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DF524-BB57-416A-89DE-C749F77F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206C9-7FD3-0872-F6A5-3B3C46B0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8345"/>
            <a:ext cx="5731510" cy="31082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47EA8-78AA-4897-336B-6A04816F6B80}"/>
              </a:ext>
            </a:extLst>
          </p:cNvPr>
          <p:cNvSpPr txBox="1"/>
          <p:nvPr/>
        </p:nvSpPr>
        <p:spPr>
          <a:xfrm>
            <a:off x="5638800" y="1219200"/>
            <a:ext cx="358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18034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 of Power Report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6B3E9-ED44-59E2-80E0-D81BC7087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449173"/>
            <a:ext cx="6188710" cy="990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81964E-7AD5-0197-103B-1BE134DD25B9}"/>
              </a:ext>
            </a:extLst>
          </p:cNvPr>
          <p:cNvSpPr txBox="1"/>
          <p:nvPr/>
        </p:nvSpPr>
        <p:spPr>
          <a:xfrm>
            <a:off x="-782096" y="3759807"/>
            <a:ext cx="4612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18034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Utilization Report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A8D8DF-926D-5161-491A-EE76203866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020"/>
          <a:stretch>
            <a:fillRect/>
          </a:stretch>
        </p:blipFill>
        <p:spPr>
          <a:xfrm>
            <a:off x="94204" y="4572801"/>
            <a:ext cx="4993192" cy="18620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B5100E-1613-8497-19CB-43F5C0E58B60}"/>
              </a:ext>
            </a:extLst>
          </p:cNvPr>
          <p:cNvSpPr txBox="1"/>
          <p:nvPr/>
        </p:nvSpPr>
        <p:spPr>
          <a:xfrm>
            <a:off x="4051161" y="5454134"/>
            <a:ext cx="5004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18034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Schematic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1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4E283-6D37-C16C-7F73-92C7B3514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C8194C-5E29-3EF2-8FBD-2DCE9486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C2F68D-DB29-7CBA-4440-AB4EB9299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" b="5186"/>
          <a:stretch>
            <a:fillRect/>
          </a:stretch>
        </p:blipFill>
        <p:spPr>
          <a:xfrm>
            <a:off x="0" y="304800"/>
            <a:ext cx="914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39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9E954-A82F-2E98-B78F-8762472A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B5D305-5782-85A9-836F-E8DEFA28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61110-E5CD-2E19-30D8-0536622C0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5"/>
          <a:stretch>
            <a:fillRect/>
          </a:stretch>
        </p:blipFill>
        <p:spPr>
          <a:xfrm>
            <a:off x="0" y="136525"/>
            <a:ext cx="9144000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95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E6190-C244-859B-D6C3-F1573603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176F7E-DCBE-D8C0-2BD8-8F7C45B0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42555-13F2-27A5-588E-209005836A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0" t="8335" r="10048" b="42803"/>
          <a:stretch>
            <a:fillRect/>
          </a:stretch>
        </p:blipFill>
        <p:spPr bwMode="auto">
          <a:xfrm>
            <a:off x="152400" y="100518"/>
            <a:ext cx="5486400" cy="33639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817B2B-4269-90CE-8707-14C70ED9E1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96"/>
          <a:stretch>
            <a:fillRect/>
          </a:stretch>
        </p:blipFill>
        <p:spPr bwMode="auto">
          <a:xfrm>
            <a:off x="3124200" y="3682251"/>
            <a:ext cx="5867400" cy="3039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2C721-CC2B-1379-4868-5E25DAF914DE}"/>
              </a:ext>
            </a:extLst>
          </p:cNvPr>
          <p:cNvSpPr txBox="1"/>
          <p:nvPr/>
        </p:nvSpPr>
        <p:spPr>
          <a:xfrm>
            <a:off x="0" y="4724400"/>
            <a:ext cx="297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18034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Graphical Representation of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Resourse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Utilization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25681-4A52-BA59-4FA5-4F457494BEEA}"/>
              </a:ext>
            </a:extLst>
          </p:cNvPr>
          <p:cNvSpPr txBox="1"/>
          <p:nvPr/>
        </p:nvSpPr>
        <p:spPr>
          <a:xfrm>
            <a:off x="5791200" y="1295400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18034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Speedup energy efficiency comparison graph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7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657"/>
            <a:ext cx="8229600" cy="563562"/>
          </a:xfr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SIMULATION TOOL/ EQUIPMENTS/ COMPONENTS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480094"/>
            <a:ext cx="2133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9DEA09-6609-6437-4414-46D48BDDF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8677"/>
              </p:ext>
            </p:extLst>
          </p:nvPr>
        </p:nvGraphicFramePr>
        <p:xfrm>
          <a:off x="304800" y="1066800"/>
          <a:ext cx="86868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126">
                  <a:extLst>
                    <a:ext uri="{9D8B030D-6E8A-4147-A177-3AD203B41FA5}">
                      <a16:colId xmlns:a16="http://schemas.microsoft.com/office/drawing/2014/main" val="515423437"/>
                    </a:ext>
                  </a:extLst>
                </a:gridCol>
                <a:gridCol w="6317674">
                  <a:extLst>
                    <a:ext uri="{9D8B030D-6E8A-4147-A177-3AD203B41FA5}">
                      <a16:colId xmlns:a16="http://schemas.microsoft.com/office/drawing/2014/main" val="2673224975"/>
                    </a:ext>
                  </a:extLst>
                </a:gridCol>
              </a:tblGrid>
              <a:tr h="355840">
                <a:tc>
                  <a:txBody>
                    <a:bodyPr/>
                    <a:lstStyle/>
                    <a:p>
                      <a:r>
                        <a:rPr lang="en-IN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01138"/>
                  </a:ext>
                </a:extLst>
              </a:tr>
              <a:tr h="622719">
                <a:tc>
                  <a:txBody>
                    <a:bodyPr/>
                    <a:lstStyle/>
                    <a:p>
                      <a:r>
                        <a:rPr lang="en-IN" dirty="0"/>
                        <a:t>Xilinx </a:t>
                      </a:r>
                      <a:r>
                        <a:rPr lang="en-IN" dirty="0" err="1"/>
                        <a:t>Vivado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RTL synthesis, implementation, timing analysis and FPGA resource utilization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775549"/>
                  </a:ext>
                </a:extLst>
              </a:tr>
              <a:tr h="622719">
                <a:tc>
                  <a:txBody>
                    <a:bodyPr/>
                    <a:lstStyle/>
                    <a:p>
                      <a:r>
                        <a:rPr lang="en-IN" dirty="0" err="1"/>
                        <a:t>Vivado</a:t>
                      </a:r>
                      <a:r>
                        <a:rPr lang="en-IN" dirty="0"/>
                        <a:t> 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and RTL simulation of the RISC-V processor and custom MAC unit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2869"/>
                  </a:ext>
                </a:extLst>
              </a:tr>
              <a:tr h="622719">
                <a:tc>
                  <a:txBody>
                    <a:bodyPr/>
                    <a:lstStyle/>
                    <a:p>
                      <a:r>
                        <a:rPr lang="en-IN" dirty="0"/>
                        <a:t>Verilog / </a:t>
                      </a:r>
                      <a:r>
                        <a:rPr lang="en-IN" dirty="0" err="1"/>
                        <a:t>SystemVerilog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 of RISC-V processor, instruction decoder and MAC hardware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375269"/>
                  </a:ext>
                </a:extLst>
              </a:tr>
              <a:tr h="622719">
                <a:tc>
                  <a:txBody>
                    <a:bodyPr/>
                    <a:lstStyle/>
                    <a:p>
                      <a:r>
                        <a:rPr lang="en-IN" dirty="0"/>
                        <a:t>RISC-V GCC Toolchain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Compilation of C programs and generation of RISC-V machine code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87887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IN" dirty="0"/>
                        <a:t>C / RISC-V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of MAC-intensive benchmark programs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47907"/>
                  </a:ext>
                </a:extLst>
              </a:tr>
              <a:tr h="360782">
                <a:tc>
                  <a:txBody>
                    <a:bodyPr/>
                    <a:lstStyle/>
                    <a:p>
                      <a:r>
                        <a:rPr lang="en-IN" dirty="0" err="1"/>
                        <a:t>GTKWave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Visualization and analysis of simulation waveforms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9328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96A3A3-7A5F-9314-B281-5FEFAE216DE8}"/>
              </a:ext>
            </a:extLst>
          </p:cNvPr>
          <p:cNvSpPr txBox="1"/>
          <p:nvPr/>
        </p:nvSpPr>
        <p:spPr>
          <a:xfrm>
            <a:off x="304800" y="676988"/>
            <a:ext cx="2905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+mj-lt"/>
              </a:rPr>
              <a:t>SOFTWARE REQUIREMENTS: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FAE1C-61CF-CEC6-8D67-EA6B0FF7D587}"/>
              </a:ext>
            </a:extLst>
          </p:cNvPr>
          <p:cNvSpPr txBox="1"/>
          <p:nvPr/>
        </p:nvSpPr>
        <p:spPr>
          <a:xfrm>
            <a:off x="304800" y="4803782"/>
            <a:ext cx="853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+mj-lt"/>
              </a:rPr>
              <a:t>HARDWARE REQUIREMENTS: </a:t>
            </a:r>
          </a:p>
          <a:p>
            <a:r>
              <a:rPr lang="en-IN" dirty="0">
                <a:latin typeface="+mn-lt"/>
              </a:rPr>
              <a:t>PYNQ-Z2 FPGA Development Board</a:t>
            </a:r>
          </a:p>
          <a:p>
            <a:endParaRPr lang="en-IN" b="1" dirty="0">
              <a:latin typeface="+mn-lt"/>
            </a:endParaRPr>
          </a:p>
          <a:p>
            <a:r>
              <a:rPr lang="en-IN" b="1" dirty="0"/>
              <a:t>Parameters to be Evaluated:</a:t>
            </a:r>
          </a:p>
          <a:p>
            <a:r>
              <a:rPr lang="en-IN" dirty="0"/>
              <a:t>Power | Area | Speed</a:t>
            </a:r>
          </a:p>
          <a:p>
            <a:endParaRPr lang="en-IN" b="1" dirty="0"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0000FF"/>
                </a:solidFill>
                <a:latin typeface="Arial" charset="0"/>
                <a:cs typeface="Arial" charset="0"/>
              </a:rPr>
              <a:t>WORK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898548"/>
              </p:ext>
            </p:extLst>
          </p:nvPr>
        </p:nvGraphicFramePr>
        <p:xfrm>
          <a:off x="685800" y="914401"/>
          <a:ext cx="7772403" cy="4953002"/>
        </p:xfrm>
        <a:graphic>
          <a:graphicData uri="http://schemas.openxmlformats.org/drawingml/2006/table">
            <a:tbl>
              <a:tblPr/>
              <a:tblGrid>
                <a:gridCol w="3331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74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Activity/Time Period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September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October - November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December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January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February(1-15)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February(16-28)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March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8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Literature Survey and Analysis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8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RISC-V ISA and Processor architectures study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8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Toolchain, PYNQ-Z2 and </a:t>
                      </a:r>
                      <a:r>
                        <a:rPr lang="en-US" sz="1200" dirty="0" err="1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Vivado</a:t>
                      </a: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Setup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FF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FF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8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Baseline RISC-V, Custom MAC Design and Integration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FPGA Implementation and Performance Evaluation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98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Preparation and Submission</a:t>
                      </a:r>
                      <a:r>
                        <a:rPr lang="en-US" sz="1200" baseline="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 </a:t>
                      </a:r>
                      <a:r>
                        <a:rPr lang="en-US" sz="12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of the final report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457199"/>
          </a:xfr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CONCLUSION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1E1379-BC9F-1E94-2396-AEFDB69763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4164" y="2806242"/>
            <a:ext cx="7848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RISC-V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flexible and open ISA that enables the development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application-specific custom instructions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algn="just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 operations are widely used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DSP and compute-intensive workloads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making them suitable for hardware acceleration. </a:t>
            </a:r>
          </a:p>
          <a:p>
            <a:pPr algn="just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proposed work aims to integrate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 MAC instruction and dedicated MAC hardware unit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a RISC-V processor. </a:t>
            </a:r>
          </a:p>
          <a:p>
            <a:pPr algn="just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optimized processor will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designed, simulated and synthesized using Xilinx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Vivado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algn="just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complete design will be implemented and validated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PYNQ-Z2 FPGA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4CFF6-8324-E515-624A-D0FBD2669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t="22634" r="2778" b="36214"/>
          <a:stretch>
            <a:fillRect/>
          </a:stretch>
        </p:blipFill>
        <p:spPr>
          <a:xfrm>
            <a:off x="574164" y="623133"/>
            <a:ext cx="7960235" cy="19510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457200"/>
          </a:xfrm>
        </p:spPr>
        <p:txBody>
          <a:bodyPr/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72273"/>
            <a:ext cx="8686800" cy="6007240"/>
          </a:xfrm>
        </p:spPr>
        <p:txBody>
          <a:bodyPr/>
          <a:lstStyle/>
          <a:p>
            <a:pPr marL="0" indent="0" algn="just">
              <a:buNone/>
            </a:pPr>
            <a:r>
              <a:rPr lang="en-IN" sz="1600" dirty="0"/>
              <a:t>[1] "A RISC-V processor with custom instructions for spiking neural network acceleration," in Proc. IEEE Int. Circuits, 10.1109/ICTA64028.2024.10860426. Technologies and Applications (ICTA), 2024, </a:t>
            </a:r>
            <a:r>
              <a:rPr lang="en-IN" sz="1600" dirty="0" err="1"/>
              <a:t>doi</a:t>
            </a:r>
            <a:r>
              <a:rPr lang="en-IN" sz="1600" dirty="0"/>
              <a:t>: 10.1109/ICTA64028.2024.10860426.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[2] A. Garofalo, M. </a:t>
            </a:r>
            <a:r>
              <a:rPr lang="en-IN" sz="1600" dirty="0" err="1"/>
              <a:t>Rusci</a:t>
            </a:r>
            <a:r>
              <a:rPr lang="en-IN" sz="1600" dirty="0"/>
              <a:t>, F. Conti, D. Rossi, and L. Benini, "PULP-NN: A computing library for quantized neural network inference at the edge on RISC-V based parallel ultra low-power clusters," in Proc. IEEE Int. Conf. Electron. Circuits Syst. (ICECS), 2019, pp. 33–36, </a:t>
            </a:r>
            <a:r>
              <a:rPr lang="en-IN" sz="1600" dirty="0" err="1"/>
              <a:t>doi</a:t>
            </a:r>
            <a:r>
              <a:rPr lang="en-IN" sz="1600" dirty="0"/>
              <a:t>: 10.1109/ICECS46596.2019.8965067.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[3] A. Garofalo, M. </a:t>
            </a:r>
            <a:r>
              <a:rPr lang="en-IN" sz="1600" dirty="0" err="1"/>
              <a:t>Rusci</a:t>
            </a:r>
            <a:r>
              <a:rPr lang="en-IN" sz="1600" dirty="0"/>
              <a:t>, F. Conti, D. Rossi, and L. Benini, "PULP-NN: Accelerating quantized neural networks on parallel ultra-low-power RISC-V processors," Philos. Trans. Roy. Soc. A, vol. 378, no.2164, Art. no. 20190155, 2020, </a:t>
            </a:r>
            <a:r>
              <a:rPr lang="en-IN" sz="1600" dirty="0" err="1"/>
              <a:t>doi</a:t>
            </a:r>
            <a:r>
              <a:rPr lang="en-IN" sz="1600" dirty="0"/>
              <a:t>: 10.1098/rsta.2019.0155.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[4] A. Kumar, V. Kumar, and D. John, "Implementation and analysis of custom instructions on RISC-V for Edge-AI applications," in Proc. 14th Int. Symp. Highly Efficient Accelerators Reconfigurable Technol. (HEART), 2024, pp. 126–129, </a:t>
            </a:r>
            <a:r>
              <a:rPr lang="en-IN" sz="1600" dirty="0" err="1"/>
              <a:t>doi</a:t>
            </a:r>
            <a:r>
              <a:rPr lang="en-IN" sz="1600" dirty="0"/>
              <a:t>: 10.1145/3665283.3665342.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[5] A. Waterman, Y. Lee, D. A. Patterson, and K. </a:t>
            </a:r>
            <a:r>
              <a:rPr lang="en-IN" sz="1600" dirty="0" err="1"/>
              <a:t>Asanović</a:t>
            </a:r>
            <a:r>
              <a:rPr lang="en-IN" sz="1600" dirty="0"/>
              <a:t>, "The RISC-V instruction set manual, Volume I: User-level ISA," Univ. California, Berkeley, Berkeley, CA, USA, Tech. Rep., 2014. 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[6] A. Waterman, Y. Lee, R. </a:t>
            </a:r>
            <a:r>
              <a:rPr lang="en-IN" sz="1600" dirty="0" err="1"/>
              <a:t>Avizienis</a:t>
            </a:r>
            <a:r>
              <a:rPr lang="en-IN" sz="1600" dirty="0"/>
              <a:t>, D. A. Patterson, and K. </a:t>
            </a:r>
            <a:r>
              <a:rPr lang="en-IN" sz="1600" dirty="0" err="1"/>
              <a:t>Asanović</a:t>
            </a:r>
            <a:r>
              <a:rPr lang="en-IN" sz="1600" dirty="0"/>
              <a:t>, "The RISC-V instruction set manual, Volume II: Privileged architecture," Univ. California, Berkeley, Berkeley, CA, USA, Tech. Rep., 2016. VLSI Design.</a:t>
            </a:r>
          </a:p>
          <a:p>
            <a:pPr marL="0" indent="0" algn="just">
              <a:buNone/>
            </a:pPr>
            <a:endParaRPr lang="en-IN" sz="800" dirty="0"/>
          </a:p>
          <a:p>
            <a:pPr marL="0" indent="0" algn="just">
              <a:buNone/>
            </a:pPr>
            <a:r>
              <a:rPr lang="en-IN" sz="1600" dirty="0"/>
              <a:t>[7] "An FPGA-based secure and privacy-aware RISC-V SoC with a CNN accelerator for edge AI," in Proc. IEEE and 10.1109/VLSID68508.2026.00016. Embedded Systems-related Conference, 2026 </a:t>
            </a:r>
            <a:endParaRPr lang="en-US" sz="1600" dirty="0">
              <a:solidFill>
                <a:srgbClr val="FF0000"/>
              </a:solidFill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398E0-2AE3-5EC9-963A-7FF8D1FE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85F43-AC5F-DE76-07FA-411C7868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3F83C-2865-4512-9216-5700DC13072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4F8AF-D5F3-1DAC-162E-898D7BC9DD21}"/>
              </a:ext>
            </a:extLst>
          </p:cNvPr>
          <p:cNvSpPr txBox="1"/>
          <p:nvPr/>
        </p:nvSpPr>
        <p:spPr>
          <a:xfrm>
            <a:off x="125185" y="352195"/>
            <a:ext cx="889362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>
                <a:latin typeface="+mn-lt"/>
              </a:rPr>
              <a:t>[8] C. Celio, P.-F. Chiu, B. Nikolić, D. A. Patterson, and K. </a:t>
            </a:r>
            <a:r>
              <a:rPr lang="en-IN" sz="1600" dirty="0" err="1">
                <a:latin typeface="+mn-lt"/>
              </a:rPr>
              <a:t>Asanović</a:t>
            </a:r>
            <a:r>
              <a:rPr lang="en-IN" sz="1600" dirty="0">
                <a:latin typeface="+mn-lt"/>
              </a:rPr>
              <a:t>, "BOOM v2: An open source </a:t>
            </a:r>
            <a:r>
              <a:rPr lang="en-IN" sz="1600" dirty="0" err="1">
                <a:latin typeface="+mn-lt"/>
              </a:rPr>
              <a:t>out-of</a:t>
            </a:r>
            <a:r>
              <a:rPr lang="en-IN" sz="1600" dirty="0">
                <a:latin typeface="+mn-lt"/>
              </a:rPr>
              <a:t> order RISC-V core," Univ. California, Berkeley, Berkeley, CA, USA, Tech. Rep. UCB/EECS-2017-157, Sep. 2017. 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[9] "Configurable hardware acceleration for hyperdimensional computing extension on RISC-V," IEEE Trans. </a:t>
            </a:r>
            <a:r>
              <a:rPr lang="en-IN" sz="1600" dirty="0" err="1">
                <a:latin typeface="+mn-lt"/>
              </a:rPr>
              <a:t>Comput</a:t>
            </a:r>
            <a:r>
              <a:rPr lang="en-IN" sz="1600" dirty="0">
                <a:latin typeface="+mn-lt"/>
              </a:rPr>
              <a:t>., 2025,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10.1109/TC.2025.3642250.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[10] E. Cui, T. Li, and Q. Wei, "RISC-V instruction set architecture extensions: A survey," IEEE Access, vol. 11, pp. 24696–24711, 2023,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10.1109/ACCESS.2023.3246491.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[11] "Exploring variable latency dividers in vector hardware accelerators," in Proc. 19th Conf. </a:t>
            </a:r>
            <a:r>
              <a:rPr lang="en-IN" sz="1600" dirty="0" err="1">
                <a:latin typeface="+mn-lt"/>
              </a:rPr>
              <a:t>Ph.D</a:t>
            </a:r>
            <a:r>
              <a:rPr lang="en-IN" sz="1600" dirty="0">
                <a:latin typeface="+mn-lt"/>
              </a:rPr>
              <a:t> Research Microelectronics and Electronics (PRIME), 2024,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10.1109/PRIME61930.2024.10559734.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[12] F. Bruschi, A. Garofalo, F. Conti, G. </a:t>
            </a:r>
            <a:r>
              <a:rPr lang="en-IN" sz="1600" dirty="0" err="1">
                <a:latin typeface="+mn-lt"/>
              </a:rPr>
              <a:t>Tagliavini</a:t>
            </a:r>
            <a:r>
              <a:rPr lang="en-IN" sz="1600" dirty="0">
                <a:latin typeface="+mn-lt"/>
              </a:rPr>
              <a:t>, and D. Rossi, "Enabling mixed precision quantized neural networks in extreme-edge devices," in Proc. 17th ACM Int. Conf. </a:t>
            </a:r>
            <a:r>
              <a:rPr lang="en-IN" sz="1600" dirty="0" err="1">
                <a:latin typeface="+mn-lt"/>
              </a:rPr>
              <a:t>Comput</a:t>
            </a:r>
            <a:r>
              <a:rPr lang="en-IN" sz="1600" dirty="0">
                <a:latin typeface="+mn-lt"/>
              </a:rPr>
              <a:t>. Frontiers, 2020, pp. 217–220,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10.1145/3387902.3394038. 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[13] F. </a:t>
            </a:r>
            <a:r>
              <a:rPr lang="en-IN" sz="1600" dirty="0" err="1">
                <a:latin typeface="+mn-lt"/>
              </a:rPr>
              <a:t>Schuiki</a:t>
            </a:r>
            <a:r>
              <a:rPr lang="en-IN" sz="1600" dirty="0">
                <a:latin typeface="+mn-lt"/>
              </a:rPr>
              <a:t>, F. Zaruba, T. Hoefler, and L. Benini, "Stream semantic registers: A lightweight RISC-V ISA extension achieving full compute utilization in single-issue cores,"  IEEE Trans. </a:t>
            </a:r>
            <a:r>
              <a:rPr lang="en-IN" sz="1600" dirty="0" err="1">
                <a:latin typeface="+mn-lt"/>
              </a:rPr>
              <a:t>Comput</a:t>
            </a:r>
            <a:r>
              <a:rPr lang="en-IN" sz="1600" dirty="0">
                <a:latin typeface="+mn-lt"/>
              </a:rPr>
              <a:t>., vol. 70, no. 2, pp. 212–227, Feb. 2021,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10.1109/TC.2020.2987314.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[14] F. Zaruba, F. </a:t>
            </a:r>
            <a:r>
              <a:rPr lang="en-IN" sz="1600" dirty="0" err="1">
                <a:latin typeface="+mn-lt"/>
              </a:rPr>
              <a:t>Schuiki</a:t>
            </a:r>
            <a:r>
              <a:rPr lang="en-IN" sz="1600" dirty="0">
                <a:latin typeface="+mn-lt"/>
              </a:rPr>
              <a:t>, and L. Benini, "Manticore: A 4096-core RISC-V </a:t>
            </a:r>
            <a:r>
              <a:rPr lang="en-IN" sz="1600" dirty="0" err="1">
                <a:latin typeface="+mn-lt"/>
              </a:rPr>
              <a:t>chiplet</a:t>
            </a:r>
            <a:r>
              <a:rPr lang="en-IN" sz="1600" dirty="0">
                <a:latin typeface="+mn-lt"/>
              </a:rPr>
              <a:t> architecture for ultraefficient floating-point computing," IEEE Micro, vol. 41, no. 2, pp. 36 42, Mar./Apr. 2021,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10.1109/MM.2020.3045564. </a:t>
            </a:r>
          </a:p>
          <a:p>
            <a:pPr algn="just"/>
            <a:endParaRPr lang="en-IN" sz="800" dirty="0">
              <a:latin typeface="+mn-lt"/>
            </a:endParaRPr>
          </a:p>
          <a:p>
            <a:pPr algn="just"/>
            <a:r>
              <a:rPr lang="en-IN" sz="1600" dirty="0">
                <a:latin typeface="+mn-lt"/>
              </a:rPr>
              <a:t>[15] F. Zaruba, F. </a:t>
            </a:r>
            <a:r>
              <a:rPr lang="en-IN" sz="1600" dirty="0" err="1">
                <a:latin typeface="+mn-lt"/>
              </a:rPr>
              <a:t>Schuiki</a:t>
            </a:r>
            <a:r>
              <a:rPr lang="en-IN" sz="1600" dirty="0">
                <a:latin typeface="+mn-lt"/>
              </a:rPr>
              <a:t>, T. Hoefler, and L. Benini, "Snitch: A tiny pseudo dual-issue processor for area and energy efficient execution of floating-point intensive workloads," IEEE Trans. </a:t>
            </a:r>
            <a:r>
              <a:rPr lang="en-IN" sz="1600" dirty="0" err="1">
                <a:latin typeface="+mn-lt"/>
              </a:rPr>
              <a:t>Comput</a:t>
            </a:r>
            <a:r>
              <a:rPr lang="en-IN" sz="1600" dirty="0">
                <a:latin typeface="+mn-lt"/>
              </a:rPr>
              <a:t>., vol. 70, no. 11, pp. 1845–1860, Nov. 2021, </a:t>
            </a:r>
            <a:r>
              <a:rPr lang="en-IN" sz="1600" dirty="0" err="1">
                <a:latin typeface="+mn-lt"/>
              </a:rPr>
              <a:t>doi</a:t>
            </a:r>
            <a:r>
              <a:rPr lang="en-IN" sz="1600" dirty="0">
                <a:latin typeface="+mn-lt"/>
              </a:rPr>
              <a:t>: 10.1109/TC.2020.3027900. </a:t>
            </a:r>
          </a:p>
        </p:txBody>
      </p:sp>
    </p:spTree>
    <p:extLst>
      <p:ext uri="{BB962C8B-B14F-4D97-AF65-F5344CB8AC3E}">
        <p14:creationId xmlns:p14="http://schemas.microsoft.com/office/powerpoint/2010/main" val="654944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Arial" charset="0"/>
              <a:buNone/>
            </a:pPr>
            <a:endParaRPr lang="en-US" dirty="0"/>
          </a:p>
          <a:p>
            <a:pPr algn="ctr" eaLnBrk="1" hangingPunct="1">
              <a:buFont typeface="Arial" charset="0"/>
              <a:buNone/>
            </a:pPr>
            <a:endParaRPr lang="en-US" dirty="0"/>
          </a:p>
          <a:p>
            <a:pPr algn="ctr" eaLnBrk="1" hangingPunct="1">
              <a:buFont typeface="Arial" charset="0"/>
              <a:buNone/>
            </a:pPr>
            <a:endParaRPr lang="en-US" dirty="0"/>
          </a:p>
          <a:p>
            <a:pPr algn="ctr"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30/09/2026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B20AF8-172C-4624-9675-EFA1EACB580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1019</TotalTime>
  <Words>1846</Words>
  <Application>Microsoft Office PowerPoint</Application>
  <PresentationFormat>On-screen Show (4:3)</PresentationFormat>
  <Paragraphs>211</Paragraphs>
  <Slides>20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Wingdings</vt:lpstr>
      <vt:lpstr>Office Theme</vt:lpstr>
      <vt:lpstr>PowerPoint Presentation</vt:lpstr>
      <vt:lpstr>CONTENTS</vt:lpstr>
      <vt:lpstr>OBJECTIVES</vt:lpstr>
      <vt:lpstr>INTRODUCTION</vt:lpstr>
      <vt:lpstr>LITERATURE REVIEW</vt:lpstr>
      <vt:lpstr>PROBLEM STATEMENT</vt:lpstr>
      <vt:lpstr>PowerPoint Presentation</vt:lpstr>
      <vt:lpstr>PROPOSED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TOOL/ EQUIPMENTS/ COMPONENTS</vt:lpstr>
      <vt:lpstr>WORK PLAN</vt:lpstr>
      <vt:lpstr>CONCLUSION</vt:lpstr>
      <vt:lpstr>REFERENCES</vt:lpstr>
      <vt:lpstr>PowerPoint Presentation</vt:lpstr>
      <vt:lpstr>PowerPoint Presentation</vt:lpstr>
    </vt:vector>
  </TitlesOfParts>
  <Company>rmkcet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padmavathy</dc:creator>
  <cp:lastModifiedBy>Anish Suresh</cp:lastModifiedBy>
  <cp:revision>123</cp:revision>
  <dcterms:created xsi:type="dcterms:W3CDTF">2011-12-06T06:19:26Z</dcterms:created>
  <dcterms:modified xsi:type="dcterms:W3CDTF">2026-09-29T14:09:18Z</dcterms:modified>
</cp:coreProperties>
</file>